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2" r:id="rId4"/>
  </p:sldMasterIdLst>
  <p:notesMasterIdLst>
    <p:notesMasterId r:id="rId5"/>
  </p:notesMasterIdLst>
  <p:sldIdLst>
    <p:sldId id="256" r:id="rId6"/>
  </p:sldIdLst>
  <p:sldSz cy="7562850" cx="13444525"/>
  <p:notesSz cx="10020300" cy="68881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hUvd5ZsD4jlxqTSArZh2BwtHg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0fd39e05_0_98:notes"/>
          <p:cNvSpPr txBox="1"/>
          <p:nvPr>
            <p:ph idx="1" type="body"/>
          </p:nvPr>
        </p:nvSpPr>
        <p:spPr>
          <a:xfrm>
            <a:off x="1001715" y="3315399"/>
            <a:ext cx="80169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f60fd39e05_0_98:notes"/>
          <p:cNvSpPr/>
          <p:nvPr>
            <p:ph idx="2" type="sldImg"/>
          </p:nvPr>
        </p:nvSpPr>
        <p:spPr>
          <a:xfrm>
            <a:off x="2946400" y="862013"/>
            <a:ext cx="4127500" cy="2322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6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7" name="Google Shape;17;p136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" name="Google Shape;18;p136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110">
  <p:cSld name="Padrão 110"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idx="11" type="ftr"/>
          </p:nvPr>
        </p:nvSpPr>
        <p:spPr>
          <a:xfrm>
            <a:off x="4452840" y="7010280"/>
            <a:ext cx="4537800" cy="40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9495000" y="7010280"/>
            <a:ext cx="3024720" cy="40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924120" y="7010280"/>
            <a:ext cx="3024720" cy="40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type="title"/>
          </p:nvPr>
        </p:nvSpPr>
        <p:spPr>
          <a:xfrm>
            <a:off x="672120" y="301680"/>
            <a:ext cx="12099600" cy="126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672120" y="1769400"/>
            <a:ext cx="12099600" cy="43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3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3"/>
          <p:cNvSpPr txBox="1"/>
          <p:nvPr>
            <p:ph idx="1" type="subTitle"/>
          </p:nvPr>
        </p:nvSpPr>
        <p:spPr>
          <a:xfrm>
            <a:off x="671998" y="1769423"/>
            <a:ext cx="12099567" cy="4385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53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9" name="Google Shape;29;p353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" name="Google Shape;30;p353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4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4"/>
          <p:cNvSpPr txBox="1"/>
          <p:nvPr>
            <p:ph idx="1" type="body"/>
          </p:nvPr>
        </p:nvSpPr>
        <p:spPr>
          <a:xfrm>
            <a:off x="671998" y="1769423"/>
            <a:ext cx="12099567" cy="43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54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5" name="Google Shape;35;p354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" name="Google Shape;36;p354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5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5"/>
          <p:cNvSpPr txBox="1"/>
          <p:nvPr>
            <p:ph idx="1" type="body"/>
          </p:nvPr>
        </p:nvSpPr>
        <p:spPr>
          <a:xfrm>
            <a:off x="671998" y="1769423"/>
            <a:ext cx="5904292" cy="43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55"/>
          <p:cNvSpPr txBox="1"/>
          <p:nvPr>
            <p:ph idx="2" type="body"/>
          </p:nvPr>
        </p:nvSpPr>
        <p:spPr>
          <a:xfrm>
            <a:off x="6871954" y="1769423"/>
            <a:ext cx="5904292" cy="43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55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2" name="Google Shape;42;p355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" name="Google Shape;43;p355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6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6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7" name="Google Shape;47;p356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" name="Google Shape;48;p356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7"/>
          <p:cNvSpPr txBox="1"/>
          <p:nvPr>
            <p:ph idx="1" type="subTitle"/>
          </p:nvPr>
        </p:nvSpPr>
        <p:spPr>
          <a:xfrm>
            <a:off x="671998" y="301447"/>
            <a:ext cx="12099567" cy="5852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57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52" name="Google Shape;52;p357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" name="Google Shape;53;p357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8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8"/>
          <p:cNvSpPr txBox="1"/>
          <p:nvPr>
            <p:ph idx="1" type="body"/>
          </p:nvPr>
        </p:nvSpPr>
        <p:spPr>
          <a:xfrm>
            <a:off x="671998" y="1769423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58"/>
          <p:cNvSpPr txBox="1"/>
          <p:nvPr>
            <p:ph idx="2" type="body"/>
          </p:nvPr>
        </p:nvSpPr>
        <p:spPr>
          <a:xfrm>
            <a:off x="6871954" y="1769423"/>
            <a:ext cx="5904292" cy="43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58"/>
          <p:cNvSpPr txBox="1"/>
          <p:nvPr>
            <p:ph idx="3" type="body"/>
          </p:nvPr>
        </p:nvSpPr>
        <p:spPr>
          <a:xfrm>
            <a:off x="671998" y="4060345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58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60" name="Google Shape;60;p358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" name="Google Shape;61;p358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9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9"/>
          <p:cNvSpPr txBox="1"/>
          <p:nvPr>
            <p:ph idx="1" type="body"/>
          </p:nvPr>
        </p:nvSpPr>
        <p:spPr>
          <a:xfrm>
            <a:off x="671998" y="1769423"/>
            <a:ext cx="5904292" cy="43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59"/>
          <p:cNvSpPr txBox="1"/>
          <p:nvPr>
            <p:ph idx="2" type="body"/>
          </p:nvPr>
        </p:nvSpPr>
        <p:spPr>
          <a:xfrm>
            <a:off x="6871954" y="1769423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59"/>
          <p:cNvSpPr txBox="1"/>
          <p:nvPr>
            <p:ph idx="3" type="body"/>
          </p:nvPr>
        </p:nvSpPr>
        <p:spPr>
          <a:xfrm>
            <a:off x="6871954" y="4060345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59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68" name="Google Shape;68;p359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" name="Google Shape;69;p359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0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0"/>
          <p:cNvSpPr txBox="1"/>
          <p:nvPr>
            <p:ph idx="1" type="body"/>
          </p:nvPr>
        </p:nvSpPr>
        <p:spPr>
          <a:xfrm>
            <a:off x="671998" y="1769423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60"/>
          <p:cNvSpPr txBox="1"/>
          <p:nvPr>
            <p:ph idx="2" type="body"/>
          </p:nvPr>
        </p:nvSpPr>
        <p:spPr>
          <a:xfrm>
            <a:off x="6871954" y="1769423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60"/>
          <p:cNvSpPr txBox="1"/>
          <p:nvPr>
            <p:ph idx="3" type="body"/>
          </p:nvPr>
        </p:nvSpPr>
        <p:spPr>
          <a:xfrm>
            <a:off x="671998" y="4060345"/>
            <a:ext cx="12099567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0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76" name="Google Shape;76;p360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" name="Google Shape;77;p360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1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1"/>
          <p:cNvSpPr txBox="1"/>
          <p:nvPr>
            <p:ph idx="1" type="body"/>
          </p:nvPr>
        </p:nvSpPr>
        <p:spPr>
          <a:xfrm>
            <a:off x="671998" y="1769423"/>
            <a:ext cx="12099567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1"/>
          <p:cNvSpPr txBox="1"/>
          <p:nvPr>
            <p:ph idx="2" type="body"/>
          </p:nvPr>
        </p:nvSpPr>
        <p:spPr>
          <a:xfrm>
            <a:off x="671998" y="4060345"/>
            <a:ext cx="12099567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61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83" name="Google Shape;83;p361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" name="Google Shape;84;p361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2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2"/>
          <p:cNvSpPr txBox="1"/>
          <p:nvPr>
            <p:ph idx="1" type="body"/>
          </p:nvPr>
        </p:nvSpPr>
        <p:spPr>
          <a:xfrm>
            <a:off x="671998" y="1769423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62"/>
          <p:cNvSpPr txBox="1"/>
          <p:nvPr>
            <p:ph idx="2" type="body"/>
          </p:nvPr>
        </p:nvSpPr>
        <p:spPr>
          <a:xfrm>
            <a:off x="6871954" y="1769423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62"/>
          <p:cNvSpPr txBox="1"/>
          <p:nvPr>
            <p:ph idx="3" type="body"/>
          </p:nvPr>
        </p:nvSpPr>
        <p:spPr>
          <a:xfrm>
            <a:off x="671998" y="4060345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62"/>
          <p:cNvSpPr txBox="1"/>
          <p:nvPr>
            <p:ph idx="4" type="body"/>
          </p:nvPr>
        </p:nvSpPr>
        <p:spPr>
          <a:xfrm>
            <a:off x="6871954" y="4060345"/>
            <a:ext cx="5904292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62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92" name="Google Shape;92;p362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p362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3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3"/>
          <p:cNvSpPr txBox="1"/>
          <p:nvPr>
            <p:ph idx="1" type="body"/>
          </p:nvPr>
        </p:nvSpPr>
        <p:spPr>
          <a:xfrm>
            <a:off x="671998" y="1769423"/>
            <a:ext cx="3895860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63"/>
          <p:cNvSpPr txBox="1"/>
          <p:nvPr>
            <p:ph idx="2" type="body"/>
          </p:nvPr>
        </p:nvSpPr>
        <p:spPr>
          <a:xfrm>
            <a:off x="4763047" y="1769423"/>
            <a:ext cx="3895860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63"/>
          <p:cNvSpPr txBox="1"/>
          <p:nvPr>
            <p:ph idx="3" type="body"/>
          </p:nvPr>
        </p:nvSpPr>
        <p:spPr>
          <a:xfrm>
            <a:off x="8854097" y="1769423"/>
            <a:ext cx="3895860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63"/>
          <p:cNvSpPr txBox="1"/>
          <p:nvPr>
            <p:ph idx="4" type="body"/>
          </p:nvPr>
        </p:nvSpPr>
        <p:spPr>
          <a:xfrm>
            <a:off x="671998" y="4060345"/>
            <a:ext cx="3895860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63"/>
          <p:cNvSpPr txBox="1"/>
          <p:nvPr>
            <p:ph idx="5" type="body"/>
          </p:nvPr>
        </p:nvSpPr>
        <p:spPr>
          <a:xfrm>
            <a:off x="4763047" y="4060345"/>
            <a:ext cx="3895860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63"/>
          <p:cNvSpPr txBox="1"/>
          <p:nvPr>
            <p:ph idx="6" type="body"/>
          </p:nvPr>
        </p:nvSpPr>
        <p:spPr>
          <a:xfrm>
            <a:off x="8854097" y="4060345"/>
            <a:ext cx="3895860" cy="2091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SzPts val="126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63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03" name="Google Shape;103;p363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p363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45" type="blank">
  <p:cSld name="BLANK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8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28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28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128"/>
          <p:cNvSpPr txBox="1"/>
          <p:nvPr>
            <p:ph type="title"/>
          </p:nvPr>
        </p:nvSpPr>
        <p:spPr>
          <a:xfrm>
            <a:off x="672120" y="301680"/>
            <a:ext cx="12099600" cy="12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28"/>
          <p:cNvSpPr txBox="1"/>
          <p:nvPr>
            <p:ph idx="1" type="body"/>
          </p:nvPr>
        </p:nvSpPr>
        <p:spPr>
          <a:xfrm>
            <a:off x="672120" y="1769400"/>
            <a:ext cx="12099600" cy="4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46" type="objOverTx">
  <p:cSld name="OBJECT_OVER_TEXT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5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35"/>
          <p:cNvSpPr txBox="1"/>
          <p:nvPr>
            <p:ph idx="1" type="body"/>
          </p:nvPr>
        </p:nvSpPr>
        <p:spPr>
          <a:xfrm>
            <a:off x="672120" y="1769400"/>
            <a:ext cx="120993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35"/>
          <p:cNvSpPr txBox="1"/>
          <p:nvPr>
            <p:ph idx="2" type="body"/>
          </p:nvPr>
        </p:nvSpPr>
        <p:spPr>
          <a:xfrm>
            <a:off x="672120" y="4060440"/>
            <a:ext cx="120993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35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35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35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47" type="fourObj">
  <p:cSld name="FOUR_OBJECTS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6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36"/>
          <p:cNvSpPr txBox="1"/>
          <p:nvPr>
            <p:ph idx="1" type="body"/>
          </p:nvPr>
        </p:nvSpPr>
        <p:spPr>
          <a:xfrm>
            <a:off x="672120" y="176940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36"/>
          <p:cNvSpPr txBox="1"/>
          <p:nvPr>
            <p:ph idx="2" type="body"/>
          </p:nvPr>
        </p:nvSpPr>
        <p:spPr>
          <a:xfrm>
            <a:off x="6872040" y="176940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36"/>
          <p:cNvSpPr txBox="1"/>
          <p:nvPr>
            <p:ph idx="3" type="body"/>
          </p:nvPr>
        </p:nvSpPr>
        <p:spPr>
          <a:xfrm>
            <a:off x="672120" y="406044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36"/>
          <p:cNvSpPr txBox="1"/>
          <p:nvPr>
            <p:ph idx="4" type="body"/>
          </p:nvPr>
        </p:nvSpPr>
        <p:spPr>
          <a:xfrm>
            <a:off x="6872040" y="406044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36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36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36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48">
  <p:cSld name="Padrão 48"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7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37"/>
          <p:cNvSpPr txBox="1"/>
          <p:nvPr>
            <p:ph idx="1" type="body"/>
          </p:nvPr>
        </p:nvSpPr>
        <p:spPr>
          <a:xfrm>
            <a:off x="672120" y="1769400"/>
            <a:ext cx="3895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37"/>
          <p:cNvSpPr txBox="1"/>
          <p:nvPr>
            <p:ph idx="2" type="body"/>
          </p:nvPr>
        </p:nvSpPr>
        <p:spPr>
          <a:xfrm>
            <a:off x="4763160" y="1769400"/>
            <a:ext cx="3895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37"/>
          <p:cNvSpPr txBox="1"/>
          <p:nvPr>
            <p:ph idx="3" type="body"/>
          </p:nvPr>
        </p:nvSpPr>
        <p:spPr>
          <a:xfrm>
            <a:off x="8854200" y="1769400"/>
            <a:ext cx="3895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237"/>
          <p:cNvSpPr txBox="1"/>
          <p:nvPr>
            <p:ph idx="4" type="body"/>
          </p:nvPr>
        </p:nvSpPr>
        <p:spPr>
          <a:xfrm>
            <a:off x="672120" y="4060440"/>
            <a:ext cx="3895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237"/>
          <p:cNvSpPr txBox="1"/>
          <p:nvPr>
            <p:ph idx="5" type="body"/>
          </p:nvPr>
        </p:nvSpPr>
        <p:spPr>
          <a:xfrm>
            <a:off x="4763160" y="4060440"/>
            <a:ext cx="3895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37"/>
          <p:cNvSpPr txBox="1"/>
          <p:nvPr>
            <p:ph idx="6" type="body"/>
          </p:nvPr>
        </p:nvSpPr>
        <p:spPr>
          <a:xfrm>
            <a:off x="8854200" y="4060440"/>
            <a:ext cx="3895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37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37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37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49" type="tx">
  <p:cSld name="TITLE_AND_BODY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8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238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38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38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0" type="obj">
  <p:cSld name="OBJECT"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9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39"/>
          <p:cNvSpPr txBox="1"/>
          <p:nvPr>
            <p:ph idx="1" type="body"/>
          </p:nvPr>
        </p:nvSpPr>
        <p:spPr>
          <a:xfrm>
            <a:off x="672120" y="1769400"/>
            <a:ext cx="12099300" cy="4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239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39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39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1" type="twoObj">
  <p:cSld name="TWO_OBJECTS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0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240"/>
          <p:cNvSpPr txBox="1"/>
          <p:nvPr>
            <p:ph idx="1" type="body"/>
          </p:nvPr>
        </p:nvSpPr>
        <p:spPr>
          <a:xfrm>
            <a:off x="672120" y="1769400"/>
            <a:ext cx="5904000" cy="4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40"/>
          <p:cNvSpPr txBox="1"/>
          <p:nvPr>
            <p:ph idx="2" type="body"/>
          </p:nvPr>
        </p:nvSpPr>
        <p:spPr>
          <a:xfrm>
            <a:off x="6872040" y="1769400"/>
            <a:ext cx="5904000" cy="4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240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240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40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2" type="titleOnly">
  <p:cSld name="TITLE_ONLY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1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41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41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41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3" type="objOnly">
  <p:cSld name="OBJECT_ONLY"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2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42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42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4" type="twoObjAndTx">
  <p:cSld name="TWO_OBJECTS_AND_TEXT"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3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243"/>
          <p:cNvSpPr txBox="1"/>
          <p:nvPr>
            <p:ph idx="1" type="body"/>
          </p:nvPr>
        </p:nvSpPr>
        <p:spPr>
          <a:xfrm>
            <a:off x="672120" y="176940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43"/>
          <p:cNvSpPr txBox="1"/>
          <p:nvPr>
            <p:ph idx="2" type="body"/>
          </p:nvPr>
        </p:nvSpPr>
        <p:spPr>
          <a:xfrm>
            <a:off x="6872040" y="1769400"/>
            <a:ext cx="5904000" cy="4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243"/>
          <p:cNvSpPr txBox="1"/>
          <p:nvPr>
            <p:ph idx="3" type="body"/>
          </p:nvPr>
        </p:nvSpPr>
        <p:spPr>
          <a:xfrm>
            <a:off x="672120" y="406044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243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243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43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5" type="txAndTwoObj">
  <p:cSld name="TEXT_AND_TWO_OBJECTS"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4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44"/>
          <p:cNvSpPr txBox="1"/>
          <p:nvPr>
            <p:ph idx="1" type="body"/>
          </p:nvPr>
        </p:nvSpPr>
        <p:spPr>
          <a:xfrm>
            <a:off x="672120" y="1769400"/>
            <a:ext cx="5904000" cy="4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44"/>
          <p:cNvSpPr txBox="1"/>
          <p:nvPr>
            <p:ph idx="2" type="body"/>
          </p:nvPr>
        </p:nvSpPr>
        <p:spPr>
          <a:xfrm>
            <a:off x="6872040" y="176940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44"/>
          <p:cNvSpPr txBox="1"/>
          <p:nvPr>
            <p:ph idx="3" type="body"/>
          </p:nvPr>
        </p:nvSpPr>
        <p:spPr>
          <a:xfrm>
            <a:off x="6872040" y="406044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244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44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44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56" type="twoObjOverTx">
  <p:cSld name="TWO_OBJECTS_OVER_TEXT"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5"/>
          <p:cNvSpPr txBox="1"/>
          <p:nvPr>
            <p:ph type="title"/>
          </p:nvPr>
        </p:nvSpPr>
        <p:spPr>
          <a:xfrm>
            <a:off x="672120" y="301320"/>
            <a:ext cx="12099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45"/>
          <p:cNvSpPr txBox="1"/>
          <p:nvPr>
            <p:ph idx="1" type="body"/>
          </p:nvPr>
        </p:nvSpPr>
        <p:spPr>
          <a:xfrm>
            <a:off x="672120" y="176940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45"/>
          <p:cNvSpPr txBox="1"/>
          <p:nvPr>
            <p:ph idx="2" type="body"/>
          </p:nvPr>
        </p:nvSpPr>
        <p:spPr>
          <a:xfrm>
            <a:off x="6872040" y="1769400"/>
            <a:ext cx="5904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45"/>
          <p:cNvSpPr txBox="1"/>
          <p:nvPr>
            <p:ph idx="3" type="body"/>
          </p:nvPr>
        </p:nvSpPr>
        <p:spPr>
          <a:xfrm>
            <a:off x="672120" y="4060440"/>
            <a:ext cx="120993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245"/>
          <p:cNvSpPr txBox="1"/>
          <p:nvPr>
            <p:ph idx="11" type="ftr"/>
          </p:nvPr>
        </p:nvSpPr>
        <p:spPr>
          <a:xfrm>
            <a:off x="4453560" y="7009920"/>
            <a:ext cx="45339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Times New Roman"/>
              <a:buNone/>
              <a:defRPr b="0" i="0" sz="15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245"/>
          <p:cNvSpPr txBox="1"/>
          <p:nvPr>
            <p:ph idx="12" type="sldNum"/>
          </p:nvPr>
        </p:nvSpPr>
        <p:spPr>
          <a:xfrm>
            <a:off x="949536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Calibri"/>
              <a:buNone/>
              <a:defRPr b="0" i="0" sz="197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45"/>
          <p:cNvSpPr txBox="1"/>
          <p:nvPr>
            <p:ph idx="10" type="dt"/>
          </p:nvPr>
        </p:nvSpPr>
        <p:spPr>
          <a:xfrm>
            <a:off x="924120" y="7009920"/>
            <a:ext cx="3021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5"/>
          <p:cNvSpPr txBox="1"/>
          <p:nvPr>
            <p:ph idx="10" type="dt"/>
          </p:nvPr>
        </p:nvSpPr>
        <p:spPr>
          <a:xfrm>
            <a:off x="924087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5"/>
          <p:cNvSpPr txBox="1"/>
          <p:nvPr>
            <p:ph idx="11" type="ftr"/>
          </p:nvPr>
        </p:nvSpPr>
        <p:spPr>
          <a:xfrm>
            <a:off x="4452977" y="7010343"/>
            <a:ext cx="4538328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Times New Roman"/>
              <a:buNone/>
              <a:defRPr b="0" i="0" sz="140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5"/>
          <p:cNvSpPr txBox="1"/>
          <p:nvPr>
            <p:ph idx="12" type="sldNum"/>
          </p:nvPr>
        </p:nvSpPr>
        <p:spPr>
          <a:xfrm>
            <a:off x="9495124" y="7010343"/>
            <a:ext cx="3025072" cy="401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35"/>
          <p:cNvSpPr txBox="1"/>
          <p:nvPr>
            <p:ph type="title"/>
          </p:nvPr>
        </p:nvSpPr>
        <p:spPr>
          <a:xfrm>
            <a:off x="671998" y="301447"/>
            <a:ext cx="12099567" cy="126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2"/>
              <a:buFont typeface="Arial"/>
              <a:buNone/>
              <a:defRPr b="0" i="0" sz="440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5"/>
          <p:cNvSpPr txBox="1"/>
          <p:nvPr>
            <p:ph idx="1" type="body"/>
          </p:nvPr>
        </p:nvSpPr>
        <p:spPr>
          <a:xfrm>
            <a:off x="671998" y="1769423"/>
            <a:ext cx="12099567" cy="438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8610" lvl="0" marL="457200" marR="0" rtl="0" algn="l">
              <a:lnSpc>
                <a:spcPct val="90000"/>
              </a:lnSpc>
              <a:spcBef>
                <a:spcPts val="1418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64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Char char="•"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63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1"/>
              <a:buFont typeface="Arial"/>
              <a:buChar char="•"/>
              <a:defRPr b="0" i="0" sz="20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63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64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64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64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64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64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0fd39e05_0_98"/>
          <p:cNvSpPr/>
          <p:nvPr/>
        </p:nvSpPr>
        <p:spPr>
          <a:xfrm>
            <a:off x="4345163" y="311887"/>
            <a:ext cx="7081193" cy="620092"/>
          </a:xfrm>
          <a:custGeom>
            <a:rect b="b" l="l" r="r" t="t"/>
            <a:pathLst>
              <a:path extrusionOk="0" h="467994" w="10079990">
                <a:moveTo>
                  <a:pt x="10001758" y="0"/>
                </a:moveTo>
                <a:lnTo>
                  <a:pt x="77979" y="0"/>
                </a:lnTo>
                <a:lnTo>
                  <a:pt x="47626" y="6129"/>
                </a:lnTo>
                <a:lnTo>
                  <a:pt x="22839" y="22844"/>
                </a:lnTo>
                <a:lnTo>
                  <a:pt x="6127" y="47630"/>
                </a:lnTo>
                <a:lnTo>
                  <a:pt x="0" y="77977"/>
                </a:lnTo>
                <a:lnTo>
                  <a:pt x="0" y="389889"/>
                </a:lnTo>
                <a:lnTo>
                  <a:pt x="6127" y="420237"/>
                </a:lnTo>
                <a:lnTo>
                  <a:pt x="22839" y="445023"/>
                </a:lnTo>
                <a:lnTo>
                  <a:pt x="47626" y="461738"/>
                </a:lnTo>
                <a:lnTo>
                  <a:pt x="77979" y="467867"/>
                </a:lnTo>
                <a:lnTo>
                  <a:pt x="10001758" y="467867"/>
                </a:lnTo>
                <a:lnTo>
                  <a:pt x="10032105" y="461738"/>
                </a:lnTo>
                <a:lnTo>
                  <a:pt x="10056891" y="445023"/>
                </a:lnTo>
                <a:lnTo>
                  <a:pt x="10073606" y="420237"/>
                </a:lnTo>
                <a:lnTo>
                  <a:pt x="10079736" y="389889"/>
                </a:lnTo>
                <a:lnTo>
                  <a:pt x="10079736" y="77977"/>
                </a:lnTo>
                <a:lnTo>
                  <a:pt x="10073606" y="47630"/>
                </a:lnTo>
                <a:lnTo>
                  <a:pt x="10056891" y="22844"/>
                </a:lnTo>
                <a:lnTo>
                  <a:pt x="10032105" y="6129"/>
                </a:lnTo>
                <a:lnTo>
                  <a:pt x="10001758" y="0"/>
                </a:lnTo>
                <a:close/>
              </a:path>
            </a:pathLst>
          </a:custGeom>
          <a:solidFill>
            <a:srgbClr val="529377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1"/>
              <a:buFont typeface="Arial"/>
              <a:buNone/>
            </a:pPr>
            <a:r>
              <a:rPr b="1" i="0" lang="pt-BR" sz="28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Classe II – Material de Intendênci</a:t>
            </a:r>
            <a:endParaRPr b="0" i="0" sz="280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60fd39e05_0_98"/>
          <p:cNvSpPr/>
          <p:nvPr/>
        </p:nvSpPr>
        <p:spPr>
          <a:xfrm rot="-2744071">
            <a:off x="-761253" y="-312991"/>
            <a:ext cx="2759436" cy="1532916"/>
          </a:xfrm>
          <a:custGeom>
            <a:rect b="b" l="l" r="r" t="t"/>
            <a:pathLst>
              <a:path extrusionOk="0" h="1852728" w="3335138">
                <a:moveTo>
                  <a:pt x="3335138" y="1840963"/>
                </a:moveTo>
                <a:lnTo>
                  <a:pt x="3218436" y="1852728"/>
                </a:lnTo>
                <a:lnTo>
                  <a:pt x="796128" y="1852728"/>
                </a:lnTo>
                <a:cubicBezTo>
                  <a:pt x="496872" y="1852728"/>
                  <a:pt x="225946" y="1731430"/>
                  <a:pt x="29835" y="1535319"/>
                </a:cubicBezTo>
                <a:lnTo>
                  <a:pt x="0" y="1502492"/>
                </a:lnTo>
                <a:lnTo>
                  <a:pt x="1546113" y="0"/>
                </a:lnTo>
                <a:close/>
              </a:path>
            </a:pathLst>
          </a:custGeom>
          <a:gradFill>
            <a:gsLst>
              <a:gs pos="0">
                <a:srgbClr val="D8D8D8"/>
              </a:gs>
              <a:gs pos="50000">
                <a:srgbClr val="316451"/>
              </a:gs>
              <a:gs pos="100000">
                <a:srgbClr val="3C7762"/>
              </a:gs>
            </a:gsLst>
            <a:lin ang="1350003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60fd39e05_0_98"/>
          <p:cNvSpPr/>
          <p:nvPr/>
        </p:nvSpPr>
        <p:spPr>
          <a:xfrm rot="-5400000">
            <a:off x="-3542646" y="3509901"/>
            <a:ext cx="7594800" cy="510600"/>
          </a:xfrm>
          <a:prstGeom prst="rect">
            <a:avLst/>
          </a:prstGeom>
          <a:gradFill>
            <a:gsLst>
              <a:gs pos="0">
                <a:srgbClr val="E36C09"/>
              </a:gs>
              <a:gs pos="10000">
                <a:srgbClr val="E36C09"/>
              </a:gs>
              <a:gs pos="80000">
                <a:schemeClr val="dk1"/>
              </a:gs>
              <a:gs pos="100000">
                <a:schemeClr val="dk1"/>
              </a:gs>
            </a:gsLst>
            <a:lin ang="16200038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1"/>
              <a:buFont typeface="Arial"/>
              <a:buNone/>
            </a:pPr>
            <a:r>
              <a:rPr b="0" i="0" lang="pt-BR" sz="16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</a:t>
            </a: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PRONTIDÃO LOGÍSTICA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 DEFESA E PRESERVAÇÃO DA FRONTEIRA OESTE!</a:t>
            </a:r>
            <a:endParaRPr b="1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g3f60fd39e05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69" y="211858"/>
            <a:ext cx="393418" cy="54416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808080"/>
            </a:outerShdw>
            <a:reflection blurRad="0" dir="5400000" dist="50800" endA="300" endPos="38500" fadeDir="5400012" kx="0" rotWithShape="0" algn="bl" stA="50000" stPos="0" sy="-100000" ky="0"/>
          </a:effectLst>
        </p:spPr>
      </p:pic>
      <p:pic>
        <p:nvPicPr>
          <p:cNvPr id="198" name="Google Shape;198;g3f60fd39e05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8326" y="-55471"/>
            <a:ext cx="650507" cy="761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f60fd39e05_0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2507" y="108745"/>
            <a:ext cx="480415" cy="62886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00" name="Google Shape;200;g3f60fd39e05_0_98"/>
          <p:cNvSpPr/>
          <p:nvPr/>
        </p:nvSpPr>
        <p:spPr>
          <a:xfrm>
            <a:off x="10870200" y="7288200"/>
            <a:ext cx="2571840" cy="2782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1" i="0" lang="pt-BR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Atualizado em 31 JUL 26</a:t>
            </a:r>
            <a:endParaRPr b="0" i="0" sz="1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Cmt - Gptlog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31</vt:i4>
  </property>
  <property fmtid="{D5CDD505-2E9C-101B-9397-08002B2CF9AE}" pid="3" name="MMClips">
    <vt:i4>4</vt:i4>
  </property>
  <property fmtid="{D5CDD505-2E9C-101B-9397-08002B2CF9AE}" pid="4" name="Notes">
    <vt:i4>111</vt:i4>
  </property>
  <property fmtid="{D5CDD505-2E9C-101B-9397-08002B2CF9AE}" pid="5" name="PresentationFormat">
    <vt:lpwstr>Personalizar</vt:lpwstr>
  </property>
  <property fmtid="{D5CDD505-2E9C-101B-9397-08002B2CF9AE}" pid="6" name="Slides">
    <vt:i4>119</vt:i4>
  </property>
</Properties>
</file>